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3" r:id="rId7"/>
    <p:sldId id="262" r:id="rId8"/>
    <p:sldId id="261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66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78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A114AF-3719-4761-B2DB-75170E86891D}" v="1620" dt="2026-02-01T17:09:51.3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Телеграм-бот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Фалев Фёдор 9М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993896-CA7F-62EC-0CFE-821C661B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8684"/>
            <a:ext cx="10515600" cy="1325563"/>
          </a:xfrm>
        </p:spPr>
        <p:txBody>
          <a:bodyPr/>
          <a:lstStyle/>
          <a:p>
            <a:r>
              <a:rPr lang="ru-RU" dirty="0"/>
              <a:t>Цели проекта: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6F33DC-2436-DCA6-F3A7-BF83D9937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45362"/>
            <a:ext cx="10515600" cy="237910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ru-RU" sz="3000" dirty="0"/>
              <a:t>1.Научится пользоваться библиотекой </a:t>
            </a:r>
            <a:r>
              <a:rPr lang="ru-RU" sz="3000" err="1">
                <a:solidFill>
                  <a:srgbClr val="000000"/>
                </a:solidFill>
                <a:latin typeface="Aptos"/>
              </a:rPr>
              <a:t>telegram.ext</a:t>
            </a:r>
            <a:r>
              <a:rPr lang="ru-RU" sz="3000" dirty="0">
                <a:solidFill>
                  <a:srgbClr val="000000"/>
                </a:solidFill>
                <a:latin typeface="Aptos"/>
              </a:rPr>
              <a:t> в Python.</a:t>
            </a:r>
          </a:p>
          <a:p>
            <a:pPr marL="0" indent="0">
              <a:buNone/>
            </a:pPr>
            <a:r>
              <a:rPr lang="ru-RU" sz="3000" dirty="0"/>
              <a:t>2.Научиться пользоваться API с помощью Python.</a:t>
            </a:r>
          </a:p>
          <a:p>
            <a:pPr marL="0" indent="0">
              <a:buNone/>
            </a:pPr>
            <a:r>
              <a:rPr lang="ru-RU" sz="3000" dirty="0"/>
              <a:t>3.Научиться работать с файлами и библиотекой </a:t>
            </a:r>
            <a:r>
              <a:rPr lang="ru-RU" sz="3000" err="1"/>
              <a:t>json</a:t>
            </a:r>
            <a:r>
              <a:rPr lang="ru-RU" sz="3000" dirty="0"/>
              <a:t> в Python.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7033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6DCC43-E3CA-0693-F506-2ACA3AF5D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проекта: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52BF09-8863-A4B0-4871-7C5CCEFF7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31596"/>
            <a:ext cx="10515600" cy="18076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3500" dirty="0"/>
              <a:t>-Создать бота в Телеграм с помощью </a:t>
            </a:r>
            <a:r>
              <a:rPr lang="ru-RU" sz="3500" err="1"/>
              <a:t>BotFather</a:t>
            </a:r>
            <a:r>
              <a:rPr lang="ru-RU" sz="3500" dirty="0"/>
              <a:t>.</a:t>
            </a:r>
          </a:p>
          <a:p>
            <a:pPr marL="0" indent="0">
              <a:buNone/>
            </a:pPr>
            <a:r>
              <a:rPr lang="ru-RU" sz="3500" dirty="0"/>
              <a:t>-Найти API для бота.</a:t>
            </a:r>
          </a:p>
          <a:p>
            <a:pPr marL="0" indent="0">
              <a:buNone/>
            </a:pPr>
            <a:r>
              <a:rPr lang="ru-RU" sz="3500" dirty="0"/>
              <a:t>-Написать код бота.</a:t>
            </a:r>
          </a:p>
        </p:txBody>
      </p:sp>
    </p:spTree>
    <p:extLst>
      <p:ext uri="{BB962C8B-B14F-4D97-AF65-F5344CB8AC3E}">
        <p14:creationId xmlns:p14="http://schemas.microsoft.com/office/powerpoint/2010/main" val="303148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F24402-AFEF-5E46-1B84-B8008DC6C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9575" y="365125"/>
            <a:ext cx="3752851" cy="1349375"/>
          </a:xfrm>
        </p:spPr>
        <p:txBody>
          <a:bodyPr/>
          <a:lstStyle/>
          <a:p>
            <a:r>
              <a:rPr lang="ru-RU" dirty="0"/>
              <a:t>Описание бота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9DF908-3858-03E2-8E25-84CA2F83A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3500" dirty="0"/>
              <a:t>Бот, помогающий пользователю отслеживать свои привычки.</a:t>
            </a:r>
          </a:p>
          <a:p>
            <a:pPr marL="0" indent="0">
              <a:buNone/>
            </a:pPr>
            <a:r>
              <a:rPr lang="ru-RU" sz="3500" dirty="0"/>
              <a:t>У бота есть список вопросов, которые он задаёт пользователю по команде. Вопросы можно редактировать.</a:t>
            </a:r>
          </a:p>
          <a:p>
            <a:pPr marL="0" indent="0">
              <a:buNone/>
            </a:pPr>
            <a:r>
              <a:rPr lang="ru-RU" sz="3500" dirty="0"/>
              <a:t>Также бот может пошутить для поднятия настроения и мотивации.</a:t>
            </a:r>
          </a:p>
        </p:txBody>
      </p:sp>
    </p:spTree>
    <p:extLst>
      <p:ext uri="{BB962C8B-B14F-4D97-AF65-F5344CB8AC3E}">
        <p14:creationId xmlns:p14="http://schemas.microsoft.com/office/powerpoint/2010/main" val="2962894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5F07CB-E6F4-448A-3059-CEE2C06A5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Набор команд бота: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688A84-534C-EB76-7E38-18FC4B882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/</a:t>
            </a:r>
            <a:r>
              <a:rPr lang="ru-RU" err="1"/>
              <a:t>start</a:t>
            </a:r>
            <a:r>
              <a:rPr lang="ru-RU" dirty="0"/>
              <a:t> - запуск бота, поздороваться;</a:t>
            </a: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Aptos"/>
              </a:rPr>
              <a:t>/</a:t>
            </a:r>
            <a:r>
              <a:rPr lang="ru-RU" dirty="0" err="1">
                <a:solidFill>
                  <a:srgbClr val="000000"/>
                </a:solidFill>
                <a:latin typeface="Aptos"/>
              </a:rPr>
              <a:t>help</a:t>
            </a:r>
            <a:r>
              <a:rPr lang="ru-RU" dirty="0">
                <a:solidFill>
                  <a:srgbClr val="000000"/>
                </a:solidFill>
                <a:latin typeface="Aptos"/>
              </a:rPr>
              <a:t> - список всех команд;</a:t>
            </a: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Aptos"/>
              </a:rPr>
              <a:t>/</a:t>
            </a:r>
            <a:r>
              <a:rPr lang="ru-RU" dirty="0" err="1">
                <a:solidFill>
                  <a:srgbClr val="000000"/>
                </a:solidFill>
                <a:latin typeface="Aptos"/>
              </a:rPr>
              <a:t>registration</a:t>
            </a:r>
            <a:r>
              <a:rPr lang="ru-RU" dirty="0">
                <a:solidFill>
                  <a:srgbClr val="000000"/>
                </a:solidFill>
                <a:latin typeface="Aptos"/>
              </a:rPr>
              <a:t> - регистрация пользователя;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/</a:t>
            </a:r>
            <a:r>
              <a:rPr lang="ru-RU" dirty="0" err="1"/>
              <a:t>check</a:t>
            </a:r>
            <a:r>
              <a:rPr lang="ru-RU" dirty="0"/>
              <a:t> - спросить у пользователя весь список вопросов и вывести процент выполненных (процент ответов "да");</a:t>
            </a:r>
          </a:p>
          <a:p>
            <a:pPr marL="0" indent="0">
              <a:buNone/>
            </a:pPr>
            <a:r>
              <a:rPr lang="ru-RU" dirty="0"/>
              <a:t>/</a:t>
            </a:r>
            <a:r>
              <a:rPr lang="ru-RU" dirty="0" err="1"/>
              <a:t>add</a:t>
            </a:r>
            <a:r>
              <a:rPr lang="ru-RU" dirty="0"/>
              <a:t> - добавить вопрос;</a:t>
            </a:r>
          </a:p>
          <a:p>
            <a:pPr marL="0" indent="0">
              <a:buNone/>
            </a:pPr>
            <a:r>
              <a:rPr lang="ru-RU" dirty="0"/>
              <a:t>/</a:t>
            </a:r>
            <a:r>
              <a:rPr lang="ru-RU" dirty="0" err="1"/>
              <a:t>delete</a:t>
            </a:r>
            <a:r>
              <a:rPr lang="ru-RU" dirty="0"/>
              <a:t> - удалить вопрос;</a:t>
            </a:r>
          </a:p>
          <a:p>
            <a:pPr marL="0" indent="0">
              <a:buNone/>
            </a:pPr>
            <a:r>
              <a:rPr lang="ru-RU" dirty="0"/>
              <a:t>/</a:t>
            </a:r>
            <a:r>
              <a:rPr lang="ru-RU" dirty="0" err="1"/>
              <a:t>joke</a:t>
            </a:r>
            <a:r>
              <a:rPr lang="ru-RU" dirty="0"/>
              <a:t> - бот пошутит (на английском языке).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9541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DB2622-A370-F1F4-FFCA-E1CFAE70A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982" y="365125"/>
            <a:ext cx="9712037" cy="1339417"/>
          </a:xfrm>
        </p:spPr>
        <p:txBody>
          <a:bodyPr/>
          <a:lstStyle/>
          <a:p>
            <a:r>
              <a:rPr lang="ru-RU" dirty="0"/>
              <a:t>Внутренняя функция - проверка на </a:t>
            </a:r>
            <a:r>
              <a:rPr lang="ru-RU" dirty="0" err="1">
                <a:ea typeface="+mj-lt"/>
                <a:cs typeface="+mj-lt"/>
              </a:rPr>
              <a:t>зарегистрированность</a:t>
            </a:r>
            <a:r>
              <a:rPr lang="ru-RU" dirty="0"/>
              <a:t> пользователя</a:t>
            </a:r>
          </a:p>
        </p:txBody>
      </p:sp>
      <p:pic>
        <p:nvPicPr>
          <p:cNvPr id="10" name="Объект 9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4CFC562-CFC9-C5CB-EC17-8C36D5A8B3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745" y="2251336"/>
            <a:ext cx="11748655" cy="236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50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0DE71C-11BC-A179-9B7E-577105205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1664" y="2620562"/>
            <a:ext cx="2892136" cy="1626492"/>
          </a:xfrm>
        </p:spPr>
        <p:txBody>
          <a:bodyPr/>
          <a:lstStyle/>
          <a:p>
            <a:r>
              <a:rPr lang="ru-RU" sz="9600" dirty="0"/>
              <a:t>/</a:t>
            </a:r>
            <a:r>
              <a:rPr lang="ru-RU" sz="9600" err="1"/>
              <a:t>start</a:t>
            </a:r>
            <a:endParaRPr lang="ru-RU" sz="9600"/>
          </a:p>
        </p:txBody>
      </p:sp>
    </p:spTree>
    <p:extLst>
      <p:ext uri="{BB962C8B-B14F-4D97-AF65-F5344CB8AC3E}">
        <p14:creationId xmlns:p14="http://schemas.microsoft.com/office/powerpoint/2010/main" val="3533853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B32690F-1EE7-98F2-5C9E-ECCCDBE97E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0" y="202637"/>
            <a:ext cx="10335491" cy="2393713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Шрифт, зеле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81D3D41-823D-9B5F-6A76-AB730F509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91" y="3054495"/>
            <a:ext cx="9677400" cy="1552575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зеленый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6A27999-5B7E-C0A1-9DDC-21630574F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16" y="4982007"/>
            <a:ext cx="9734550" cy="1133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A5B42C-B0A6-96F0-762A-78D610844AF7}"/>
              </a:ext>
            </a:extLst>
          </p:cNvPr>
          <p:cNvSpPr txBox="1"/>
          <p:nvPr/>
        </p:nvSpPr>
        <p:spPr>
          <a:xfrm>
            <a:off x="10653369" y="991178"/>
            <a:ext cx="27432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4000" dirty="0"/>
              <a:t>-код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9B8FBC-1B0D-E983-C121-635B31EA412A}"/>
              </a:ext>
            </a:extLst>
          </p:cNvPr>
          <p:cNvSpPr txBox="1"/>
          <p:nvPr/>
        </p:nvSpPr>
        <p:spPr>
          <a:xfrm>
            <a:off x="9873327" y="3309769"/>
            <a:ext cx="27432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000" dirty="0"/>
              <a:t>-пользователь не зарегистрирован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3EE745-CFE2-0ABD-4A59-CDCB704B52FF}"/>
              </a:ext>
            </a:extLst>
          </p:cNvPr>
          <p:cNvSpPr txBox="1"/>
          <p:nvPr/>
        </p:nvSpPr>
        <p:spPr>
          <a:xfrm>
            <a:off x="9873327" y="5197211"/>
            <a:ext cx="27432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000" dirty="0"/>
              <a:t>-пользователь</a:t>
            </a:r>
          </a:p>
          <a:p>
            <a:r>
              <a:rPr lang="ru-RU" sz="2000" dirty="0"/>
              <a:t>зарегистрирован</a:t>
            </a:r>
          </a:p>
        </p:txBody>
      </p:sp>
    </p:spTree>
    <p:extLst>
      <p:ext uri="{BB962C8B-B14F-4D97-AF65-F5344CB8AC3E}">
        <p14:creationId xmlns:p14="http://schemas.microsoft.com/office/powerpoint/2010/main" val="3712486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8A2356-B7D5-934C-A148-B183DD7EA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5825" y="1210469"/>
            <a:ext cx="2788444" cy="443309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9600" dirty="0"/>
              <a:t>/</a:t>
            </a:r>
            <a:r>
              <a:rPr lang="ru-RU" sz="9600" err="1"/>
              <a:t>help</a:t>
            </a:r>
            <a:endParaRPr lang="ru-RU" sz="9600"/>
          </a:p>
        </p:txBody>
      </p:sp>
    </p:spTree>
    <p:extLst>
      <p:ext uri="{BB962C8B-B14F-4D97-AF65-F5344CB8AC3E}">
        <p14:creationId xmlns:p14="http://schemas.microsoft.com/office/powerpoint/2010/main" val="3670517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0E0F9AF-E1BD-E222-8D35-86CEF0965F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3612169"/>
            <a:ext cx="9601200" cy="2638425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D121730-4527-7798-2B65-59CBD6BD1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36" y="424729"/>
            <a:ext cx="8677275" cy="2600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5F73AB-B36B-81D0-56B8-C33EB5D75444}"/>
              </a:ext>
            </a:extLst>
          </p:cNvPr>
          <p:cNvSpPr txBox="1"/>
          <p:nvPr/>
        </p:nvSpPr>
        <p:spPr>
          <a:xfrm>
            <a:off x="9159916" y="1309756"/>
            <a:ext cx="274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3000" dirty="0"/>
              <a:t>-код</a:t>
            </a: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B8B441-1825-B0AB-C2DF-176CAD916AA2}"/>
              </a:ext>
            </a:extLst>
          </p:cNvPr>
          <p:cNvSpPr txBox="1"/>
          <p:nvPr/>
        </p:nvSpPr>
        <p:spPr>
          <a:xfrm>
            <a:off x="9934874" y="4609142"/>
            <a:ext cx="2743200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3000" dirty="0"/>
              <a:t>-работа команды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0295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C2ABB0-89A2-9149-16F1-A15F08D99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876" y="2763184"/>
            <a:ext cx="2618510" cy="133941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9600"/>
              <a:t>/</a:t>
            </a:r>
            <a:r>
              <a:rPr lang="ru-RU" sz="9600" err="1"/>
              <a:t>joke</a:t>
            </a:r>
            <a:endParaRPr lang="ru-RU" sz="9600"/>
          </a:p>
        </p:txBody>
      </p:sp>
    </p:spTree>
    <p:extLst>
      <p:ext uri="{BB962C8B-B14F-4D97-AF65-F5344CB8AC3E}">
        <p14:creationId xmlns:p14="http://schemas.microsoft.com/office/powerpoint/2010/main" val="26601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C0D9CA0-44DB-44D1-4042-6CF0C08D3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36" y="428625"/>
            <a:ext cx="6810375" cy="2571750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Шрифт, зеле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0E03923-0566-6106-4FE8-6FF45F186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23" y="4210916"/>
            <a:ext cx="9639300" cy="1428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00CE8B-3A95-B0D8-299F-78E1EE13F272}"/>
              </a:ext>
            </a:extLst>
          </p:cNvPr>
          <p:cNvSpPr txBox="1"/>
          <p:nvPr/>
        </p:nvSpPr>
        <p:spPr>
          <a:xfrm>
            <a:off x="8234275" y="1725870"/>
            <a:ext cx="27432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4000" dirty="0"/>
              <a:t>-код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BB9533-0032-7C3E-3733-2111E71EC7DE}"/>
              </a:ext>
            </a:extLst>
          </p:cNvPr>
          <p:cNvSpPr txBox="1"/>
          <p:nvPr/>
        </p:nvSpPr>
        <p:spPr>
          <a:xfrm>
            <a:off x="10365998" y="4345610"/>
            <a:ext cx="2743200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3000" dirty="0"/>
              <a:t>-работа команды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8413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FAC2E1-AA70-BB35-B4A3-41726BFE5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759" y="2751978"/>
            <a:ext cx="6100483" cy="134797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9600" dirty="0"/>
              <a:t>/</a:t>
            </a:r>
            <a:r>
              <a:rPr lang="ru-RU" sz="9600" err="1"/>
              <a:t>registration</a:t>
            </a:r>
            <a:endParaRPr lang="ru-RU" sz="9600"/>
          </a:p>
        </p:txBody>
      </p:sp>
    </p:spTree>
    <p:extLst>
      <p:ext uri="{BB962C8B-B14F-4D97-AF65-F5344CB8AC3E}">
        <p14:creationId xmlns:p14="http://schemas.microsoft.com/office/powerpoint/2010/main" val="1705618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4EA3781-2B93-2133-BD58-23C56756E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65" y="780184"/>
            <a:ext cx="9494693" cy="48265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8E7DE9-2C71-D73F-157A-CC9B542D48B4}"/>
              </a:ext>
            </a:extLst>
          </p:cNvPr>
          <p:cNvSpPr txBox="1"/>
          <p:nvPr/>
        </p:nvSpPr>
        <p:spPr>
          <a:xfrm>
            <a:off x="9489378" y="2312099"/>
            <a:ext cx="27432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3000" dirty="0"/>
              <a:t>-получение данных о пользователе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397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09F2EB2-71E8-3939-9325-D92DB72A4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65" y="467590"/>
            <a:ext cx="7323782" cy="59297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57355A-C7EB-C33B-6317-65805D3E20F6}"/>
              </a:ext>
            </a:extLst>
          </p:cNvPr>
          <p:cNvSpPr txBox="1"/>
          <p:nvPr/>
        </p:nvSpPr>
        <p:spPr>
          <a:xfrm>
            <a:off x="8049885" y="3181424"/>
            <a:ext cx="3281082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4000" dirty="0"/>
              <a:t>-сохранение данных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1309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9562B22-6594-A71B-3297-260BC6ED5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48" y="628370"/>
            <a:ext cx="11306175" cy="9620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0E07E6-4954-D833-6318-BE4F6056B3CF}"/>
              </a:ext>
            </a:extLst>
          </p:cNvPr>
          <p:cNvSpPr txBox="1"/>
          <p:nvPr/>
        </p:nvSpPr>
        <p:spPr>
          <a:xfrm>
            <a:off x="128365" y="1713372"/>
            <a:ext cx="738243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4000" dirty="0"/>
              <a:t>-ошибка при регистрации</a:t>
            </a:r>
          </a:p>
        </p:txBody>
      </p:sp>
      <p:pic>
        <p:nvPicPr>
          <p:cNvPr id="6" name="Рисунок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2BFDE9F-B467-1E16-8298-4542282AD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27" y="2737658"/>
            <a:ext cx="6933334" cy="36437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09F174-7A92-0D3F-24FD-D34404B2487D}"/>
              </a:ext>
            </a:extLst>
          </p:cNvPr>
          <p:cNvSpPr txBox="1"/>
          <p:nvPr/>
        </p:nvSpPr>
        <p:spPr>
          <a:xfrm>
            <a:off x="7568879" y="3992376"/>
            <a:ext cx="274320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4000" dirty="0"/>
              <a:t>-работа команды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3081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ED2CD-3749-9FC9-0BFD-F9C393CBD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Ответ бота на любую другую команду до регистрации</a:t>
            </a:r>
          </a:p>
        </p:txBody>
      </p:sp>
      <p:pic>
        <p:nvPicPr>
          <p:cNvPr id="4" name="Рисунок 3" descr="Изображение выглядит как текст, снимок экрана, Шрифт, зеле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9BC6D2A-2590-7518-B00F-E144FFF32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2751861"/>
            <a:ext cx="11724408" cy="136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76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427317-8BAB-8045-EA07-FB8F85734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59" y="2751978"/>
            <a:ext cx="3825689" cy="134797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9600" dirty="0"/>
              <a:t>/</a:t>
            </a:r>
            <a:r>
              <a:rPr lang="ru-RU" sz="9600" err="1"/>
              <a:t>check</a:t>
            </a:r>
            <a:endParaRPr lang="ru-RU" sz="9600"/>
          </a:p>
        </p:txBody>
      </p:sp>
    </p:spTree>
    <p:extLst>
      <p:ext uri="{BB962C8B-B14F-4D97-AF65-F5344CB8AC3E}">
        <p14:creationId xmlns:p14="http://schemas.microsoft.com/office/powerpoint/2010/main" val="1498995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128E612-A6D1-1900-93F0-43EC34202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3540"/>
            <a:ext cx="9088582" cy="46109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D4C947-E790-BDC6-9B21-C2E91950E5AC}"/>
              </a:ext>
            </a:extLst>
          </p:cNvPr>
          <p:cNvSpPr txBox="1"/>
          <p:nvPr/>
        </p:nvSpPr>
        <p:spPr>
          <a:xfrm>
            <a:off x="9357131" y="2869520"/>
            <a:ext cx="274320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4000" dirty="0"/>
              <a:t>-первый вопрос</a:t>
            </a:r>
          </a:p>
        </p:txBody>
      </p:sp>
    </p:spTree>
    <p:extLst>
      <p:ext uri="{BB962C8B-B14F-4D97-AF65-F5344CB8AC3E}">
        <p14:creationId xmlns:p14="http://schemas.microsoft.com/office/powerpoint/2010/main" val="1649373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215E149-7639-68BD-D131-62A78ACF3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312"/>
            <a:ext cx="9767455" cy="51255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0A9359-51AB-AA26-77AB-900F6C198D3A}"/>
              </a:ext>
            </a:extLst>
          </p:cNvPr>
          <p:cNvSpPr txBox="1"/>
          <p:nvPr/>
        </p:nvSpPr>
        <p:spPr>
          <a:xfrm>
            <a:off x="9856178" y="2599203"/>
            <a:ext cx="2743200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3500" dirty="0"/>
              <a:t>-остальные вопросы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2491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9E67EBD-F82A-D3D6-82E1-62C3D7A11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" y="920461"/>
            <a:ext cx="7871114" cy="50032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814D2D-86EA-05E8-1521-CAD58C147FF9}"/>
              </a:ext>
            </a:extLst>
          </p:cNvPr>
          <p:cNvSpPr txBox="1"/>
          <p:nvPr/>
        </p:nvSpPr>
        <p:spPr>
          <a:xfrm>
            <a:off x="8359037" y="2841891"/>
            <a:ext cx="2743200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3500" dirty="0"/>
              <a:t>-работа команды</a:t>
            </a:r>
          </a:p>
        </p:txBody>
      </p:sp>
    </p:spTree>
    <p:extLst>
      <p:ext uri="{BB962C8B-B14F-4D97-AF65-F5344CB8AC3E}">
        <p14:creationId xmlns:p14="http://schemas.microsoft.com/office/powerpoint/2010/main" val="2821381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397C56-2AAA-DE73-4318-759925090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876" y="2751978"/>
            <a:ext cx="2615453" cy="134797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9600" dirty="0"/>
              <a:t>/</a:t>
            </a:r>
            <a:r>
              <a:rPr lang="ru-RU" sz="9600" err="1"/>
              <a:t>add</a:t>
            </a:r>
            <a:endParaRPr lang="ru-RU" sz="9600"/>
          </a:p>
        </p:txBody>
      </p:sp>
    </p:spTree>
    <p:extLst>
      <p:ext uri="{BB962C8B-B14F-4D97-AF65-F5344CB8AC3E}">
        <p14:creationId xmlns:p14="http://schemas.microsoft.com/office/powerpoint/2010/main" val="2804618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3AFBD64-F2DD-C5B6-FA94-61C8BC2F6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55" y="1611252"/>
            <a:ext cx="9261763" cy="34965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E2760D-3D20-3078-784C-E9FFCF66FA99}"/>
              </a:ext>
            </a:extLst>
          </p:cNvPr>
          <p:cNvSpPr txBox="1"/>
          <p:nvPr/>
        </p:nvSpPr>
        <p:spPr>
          <a:xfrm>
            <a:off x="9632182" y="2708631"/>
            <a:ext cx="2743200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3500" dirty="0"/>
              <a:t>-начало команды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4448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16638E8-94D3-28A3-5D13-B2C1E12B9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82" y="990600"/>
            <a:ext cx="9220200" cy="4876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6876C5-8E84-1AEC-CE38-D3D8449C19FF}"/>
              </a:ext>
            </a:extLst>
          </p:cNvPr>
          <p:cNvSpPr txBox="1"/>
          <p:nvPr/>
        </p:nvSpPr>
        <p:spPr>
          <a:xfrm>
            <a:off x="9461099" y="2807139"/>
            <a:ext cx="2743200" cy="1708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3500" dirty="0"/>
              <a:t>-сохранение вопроса / ошибка</a:t>
            </a:r>
          </a:p>
        </p:txBody>
      </p:sp>
    </p:spTree>
    <p:extLst>
      <p:ext uri="{BB962C8B-B14F-4D97-AF65-F5344CB8AC3E}">
        <p14:creationId xmlns:p14="http://schemas.microsoft.com/office/powerpoint/2010/main" val="943476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21D444B-AB1D-FC01-96AA-F69BE9148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" y="1365970"/>
            <a:ext cx="8378537" cy="41260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CCDE61-F0CD-A77D-ADF6-2A01E134BD3C}"/>
              </a:ext>
            </a:extLst>
          </p:cNvPr>
          <p:cNvSpPr txBox="1"/>
          <p:nvPr/>
        </p:nvSpPr>
        <p:spPr>
          <a:xfrm>
            <a:off x="9003639" y="3119043"/>
            <a:ext cx="274320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4000" dirty="0"/>
              <a:t>-работа команды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5167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97D6C8-3579-5882-05D0-11E7985B3B3B}"/>
              </a:ext>
            </a:extLst>
          </p:cNvPr>
          <p:cNvSpPr txBox="1"/>
          <p:nvPr/>
        </p:nvSpPr>
        <p:spPr>
          <a:xfrm>
            <a:off x="4126841" y="2643290"/>
            <a:ext cx="394222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9600" dirty="0"/>
              <a:t>/</a:t>
            </a:r>
            <a:r>
              <a:rPr lang="ru-RU" sz="9600" err="1"/>
              <a:t>delete</a:t>
            </a:r>
            <a:endParaRPr lang="ru-RU" sz="9600"/>
          </a:p>
        </p:txBody>
      </p:sp>
    </p:spTree>
    <p:extLst>
      <p:ext uri="{BB962C8B-B14F-4D97-AF65-F5344CB8AC3E}">
        <p14:creationId xmlns:p14="http://schemas.microsoft.com/office/powerpoint/2010/main" val="23407361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07789A3-9521-EFA0-51B7-B322532E1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1306"/>
            <a:ext cx="9739745" cy="50153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662B0F-45A6-3F69-F647-822F4BDD79E0}"/>
              </a:ext>
            </a:extLst>
          </p:cNvPr>
          <p:cNvSpPr txBox="1"/>
          <p:nvPr/>
        </p:nvSpPr>
        <p:spPr>
          <a:xfrm>
            <a:off x="9961280" y="2635814"/>
            <a:ext cx="2227730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500" dirty="0"/>
              <a:t>-спрашиваем, что удалить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00831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1ED4450-01F8-6DBA-2CFF-9BAE932B2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14" y="0"/>
            <a:ext cx="10486663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91A0D5-30C7-132F-5441-CE057A49C8A0}"/>
              </a:ext>
            </a:extLst>
          </p:cNvPr>
          <p:cNvSpPr txBox="1"/>
          <p:nvPr/>
        </p:nvSpPr>
        <p:spPr>
          <a:xfrm>
            <a:off x="10479866" y="3211805"/>
            <a:ext cx="168332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500" dirty="0"/>
              <a:t>-удаление / ошибка</a:t>
            </a:r>
          </a:p>
        </p:txBody>
      </p:sp>
    </p:spTree>
    <p:extLst>
      <p:ext uri="{BB962C8B-B14F-4D97-AF65-F5344CB8AC3E}">
        <p14:creationId xmlns:p14="http://schemas.microsoft.com/office/powerpoint/2010/main" val="3264514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23F085C-3835-A1C7-F565-BCFA90E23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" y="1093211"/>
            <a:ext cx="7965498" cy="46854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5CD1FC-EE00-531F-06E2-FDB2AEEA43BC}"/>
              </a:ext>
            </a:extLst>
          </p:cNvPr>
          <p:cNvSpPr txBox="1"/>
          <p:nvPr/>
        </p:nvSpPr>
        <p:spPr>
          <a:xfrm>
            <a:off x="8296656" y="3015075"/>
            <a:ext cx="274320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4000" dirty="0"/>
              <a:t>-работа команды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16139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555214C1-8512-D212-4E8A-5BE96F9AB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105" y="368582"/>
            <a:ext cx="5017789" cy="50513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E6893A-3D23-33B4-93F3-A9CEE02238E6}"/>
              </a:ext>
            </a:extLst>
          </p:cNvPr>
          <p:cNvSpPr txBox="1"/>
          <p:nvPr/>
        </p:nvSpPr>
        <p:spPr>
          <a:xfrm>
            <a:off x="4719987" y="555914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Аттестуйте </a:t>
            </a:r>
            <a:r>
              <a:rPr lang="ru-RU" dirty="0" err="1"/>
              <a:t>пж</a:t>
            </a:r>
            <a:r>
              <a:rPr lang="ru-RU" dirty="0"/>
              <a:t> </a:t>
            </a:r>
            <a:r>
              <a:rPr lang="ru-RU" dirty="0" err="1"/>
              <a:t>пж</a:t>
            </a:r>
            <a:r>
              <a:rPr lang="ru-RU" dirty="0"/>
              <a:t> </a:t>
            </a:r>
            <a:r>
              <a:rPr lang="ru-RU" dirty="0" err="1"/>
              <a:t>пж</a:t>
            </a:r>
          </a:p>
        </p:txBody>
      </p:sp>
    </p:spTree>
    <p:extLst>
      <p:ext uri="{BB962C8B-B14F-4D97-AF65-F5344CB8AC3E}">
        <p14:creationId xmlns:p14="http://schemas.microsoft.com/office/powerpoint/2010/main" val="35128720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30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1" baseType="lpstr">
      <vt:lpstr>Тема Office</vt:lpstr>
      <vt:lpstr>Телеграм-бот</vt:lpstr>
      <vt:lpstr>Цели проекта:</vt:lpstr>
      <vt:lpstr>Задачи проекта:</vt:lpstr>
      <vt:lpstr>Описание бота</vt:lpstr>
      <vt:lpstr>Набор команд бота:</vt:lpstr>
      <vt:lpstr>Внутренняя функция - проверка на зарегистрированность пользователя</vt:lpstr>
      <vt:lpstr>/start</vt:lpstr>
      <vt:lpstr>Презентация PowerPoint</vt:lpstr>
      <vt:lpstr>/help</vt:lpstr>
      <vt:lpstr>Презентация PowerPoint</vt:lpstr>
      <vt:lpstr>/joke</vt:lpstr>
      <vt:lpstr>Презентация PowerPoint</vt:lpstr>
      <vt:lpstr>/registration</vt:lpstr>
      <vt:lpstr>Презентация PowerPoint</vt:lpstr>
      <vt:lpstr>Презентация PowerPoint</vt:lpstr>
      <vt:lpstr>Презентация PowerPoint</vt:lpstr>
      <vt:lpstr>Ответ бота на любую другую команду до регистрации</vt:lpstr>
      <vt:lpstr>/check</vt:lpstr>
      <vt:lpstr>Презентация PowerPoint</vt:lpstr>
      <vt:lpstr>Презентация PowerPoint</vt:lpstr>
      <vt:lpstr>Презентация PowerPoint</vt:lpstr>
      <vt:lpstr>/add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336</cp:revision>
  <dcterms:created xsi:type="dcterms:W3CDTF">2026-02-01T15:53:02Z</dcterms:created>
  <dcterms:modified xsi:type="dcterms:W3CDTF">2026-02-01T17:10:16Z</dcterms:modified>
</cp:coreProperties>
</file>